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78" r:id="rId25"/>
    <p:sldId id="279" r:id="rId26"/>
    <p:sldId id="280" r:id="rId27"/>
    <p:sldId id="282" r:id="rId28"/>
    <p:sldId id="281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all-labs" TargetMode="External"/><Relationship Id="rId2" Type="http://schemas.openxmlformats.org/officeDocument/2006/relationships/hyperlink" Target="https://portswigger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F7C3-D3C9-4F03-F060-8D1434A41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b="1" dirty="0"/>
              <a:t> </a:t>
            </a:r>
            <a:r>
              <a:rPr lang="en-IN" b="1" dirty="0">
                <a:latin typeface="Bahnschrift Light SemiCondensed" panose="020B0502040204020203" pitchFamily="34" charset="0"/>
              </a:rPr>
              <a:t>ETHICAL</a:t>
            </a:r>
            <a:r>
              <a:rPr lang="en-IN" b="1" dirty="0"/>
              <a:t> </a:t>
            </a:r>
            <a:r>
              <a:rPr lang="en-IN" b="1" dirty="0">
                <a:latin typeface="Bahnschrift Light SemiCondensed" panose="020B0502040204020203" pitchFamily="34" charset="0"/>
              </a:rPr>
              <a:t>HACKING INTERNSHIP</a:t>
            </a:r>
            <a:br>
              <a:rPr lang="en-IN" b="1" dirty="0"/>
            </a:br>
            <a:r>
              <a:rPr lang="en-IN" b="1" dirty="0"/>
              <a:t>	-- </a:t>
            </a:r>
            <a:r>
              <a:rPr lang="en-IN" sz="4400" b="1" dirty="0"/>
              <a:t>Project 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3AC32-FB7A-7E28-C89D-529E5AA70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Created by </a:t>
            </a:r>
            <a:r>
              <a:rPr lang="en-US" sz="28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Light SemiCondensed" panose="020B0502040204020203" pitchFamily="34" charset="0"/>
              </a:rPr>
              <a:t>Pritam </a:t>
            </a:r>
            <a:r>
              <a:rPr lang="en-US" sz="28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ahnschrift Light SemiCondensed" panose="020B0502040204020203" pitchFamily="34" charset="0"/>
              </a:rPr>
              <a:t>bera</a:t>
            </a:r>
            <a:endParaRPr lang="en-IN" sz="2800" b="1" dirty="0">
              <a:solidFill>
                <a:schemeClr val="tx2">
                  <a:lumMod val="20000"/>
                  <a:lumOff val="8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1026" name="Picture 2" descr="burpsuite | Kali Linux Tools">
            <a:extLst>
              <a:ext uri="{FF2B5EF4-FFF2-40B4-BE49-F238E27FC236}">
                <a16:creationId xmlns:a16="http://schemas.microsoft.com/office/drawing/2014/main" id="{72FD5594-FC1A-D65F-B9AF-02520E0D9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961" y="4573639"/>
            <a:ext cx="2015459" cy="20154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tasploit - Write-up - TryHackMe | Rawsec">
            <a:extLst>
              <a:ext uri="{FF2B5EF4-FFF2-40B4-BE49-F238E27FC236}">
                <a16:creationId xmlns:a16="http://schemas.microsoft.com/office/drawing/2014/main" id="{26059F43-E047-0F1F-ECE8-133715FCD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865" y="4093009"/>
            <a:ext cx="2976717" cy="29767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10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CEE4-ACBF-1A0C-9DBB-3C5E6B0B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Task 1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BB5E-E456-F17C-AC23-7C31BABA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In Session 22 we introduced you to </a:t>
            </a:r>
            <a:r>
              <a:rPr lang="en-IN" b="1" dirty="0" err="1"/>
              <a:t>portswigger</a:t>
            </a:r>
            <a:r>
              <a:rPr lang="en-IN" b="1" dirty="0"/>
              <a:t> labs. </a:t>
            </a:r>
            <a:r>
              <a:rPr lang="en-IN" b="1" dirty="0" err="1"/>
              <a:t>Portswigger</a:t>
            </a:r>
            <a:r>
              <a:rPr lang="en-IN" b="1" dirty="0"/>
              <a:t> is a website which has so many vulnerable labs which helps you to learn about other vulnerabilities in real life. You can visit </a:t>
            </a:r>
            <a:r>
              <a:rPr lang="en-IN" b="1" dirty="0" err="1"/>
              <a:t>Portswigger</a:t>
            </a:r>
            <a:r>
              <a:rPr lang="en-IN" b="1" dirty="0"/>
              <a:t> labs at </a:t>
            </a:r>
            <a:r>
              <a:rPr lang="en-IN" b="1" u="sng" dirty="0">
                <a:hlinkClick r:id="rId2"/>
              </a:rPr>
              <a:t>https://portswigger.net/</a:t>
            </a:r>
            <a:r>
              <a:rPr lang="en-IN" b="1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r>
              <a:rPr lang="en-IN" b="1" dirty="0"/>
              <a:t>So the exact task for you now is there are several XSS labs on this website </a:t>
            </a:r>
            <a:r>
              <a:rPr lang="en-IN" b="1" u="sng" dirty="0">
                <a:hlinkClick r:id="rId3"/>
              </a:rPr>
              <a:t>https://portswigger.net/web-security/all-labs</a:t>
            </a:r>
            <a:r>
              <a:rPr lang="en-IN" b="1" dirty="0"/>
              <a:t>. You can just choose any 5 of them and solve it. We are leaving the choice up to you.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2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E804-295B-E274-CA07-90FB3C37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/>
              <a:t>Lab 1: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XSS into HTML context with nothing encoded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B25573-D215-2632-5CF6-DD65C2D03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307" y="2249488"/>
            <a:ext cx="6724211" cy="3541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218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8B72-1D3E-44A9-867A-1CE5A30D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148" y="6380220"/>
            <a:ext cx="3975123" cy="295883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0AF2-3771-A0E3-23EB-CBDEC53D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11" y="776748"/>
            <a:ext cx="9513578" cy="50439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paste the script blog box.</a:t>
            </a:r>
          </a:p>
          <a:p>
            <a:r>
              <a:rPr lang="en-IN" b="1" dirty="0"/>
              <a:t>Step8: Finally you found the flag and the room is completed.</a:t>
            </a:r>
          </a:p>
        </p:txBody>
      </p:sp>
    </p:spTree>
    <p:extLst>
      <p:ext uri="{BB962C8B-B14F-4D97-AF65-F5344CB8AC3E}">
        <p14:creationId xmlns:p14="http://schemas.microsoft.com/office/powerpoint/2010/main" val="91849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F90A-1F65-5298-BBCD-0B9108C2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907162" y="6299008"/>
            <a:ext cx="4316358" cy="409446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101068-EEEE-A146-7451-C3B2C17B2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211" y="454440"/>
            <a:ext cx="5817352" cy="3064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E8F77-2881-7A9D-CA6A-3D02DF32E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00" y="3890726"/>
            <a:ext cx="5731510" cy="1967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146CDC-DC23-484F-652E-B76F41B5D52D}"/>
              </a:ext>
            </a:extLst>
          </p:cNvPr>
          <p:cNvSpPr txBox="1"/>
          <p:nvPr/>
        </p:nvSpPr>
        <p:spPr>
          <a:xfrm>
            <a:off x="7531509" y="1533832"/>
            <a:ext cx="306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(Access the LAB.)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49B66-4B0A-DECE-910E-07156C75C853}"/>
              </a:ext>
            </a:extLst>
          </p:cNvPr>
          <p:cNvSpPr txBox="1"/>
          <p:nvPr/>
        </p:nvSpPr>
        <p:spPr>
          <a:xfrm>
            <a:off x="1661652" y="4666514"/>
            <a:ext cx="3893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We use the script “ &lt;script&gt;alert(1)&lt;/script&gt; “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645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485D-37D1-C0CA-C2D8-48C31B73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6806" y="6095086"/>
            <a:ext cx="4551464" cy="561353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 err="1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2120BD-FB3E-3228-5D6B-979511519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26" y="690170"/>
            <a:ext cx="5277587" cy="196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5916A9-78F7-A05F-4A43-3782C0A593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637" y="3142973"/>
            <a:ext cx="5731510" cy="23221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D99CC-81C3-44B6-E56C-0C9CD1C6FA88}"/>
              </a:ext>
            </a:extLst>
          </p:cNvPr>
          <p:cNvSpPr txBox="1"/>
          <p:nvPr/>
        </p:nvSpPr>
        <p:spPr>
          <a:xfrm>
            <a:off x="6794090" y="1238865"/>
            <a:ext cx="380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(The flag we found.)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1AD8E-16A2-96E4-0B26-D8E8CDD6B32D}"/>
              </a:ext>
            </a:extLst>
          </p:cNvPr>
          <p:cNvSpPr txBox="1"/>
          <p:nvPr/>
        </p:nvSpPr>
        <p:spPr>
          <a:xfrm>
            <a:off x="2380973" y="4020741"/>
            <a:ext cx="2949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(Lab Solved)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928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78C2-BC72-FB8F-5A35-D4C1F7A2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LAB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 into HTML context with nothing encoded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6E919-B623-E265-58F4-C194B850F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412" y="1984017"/>
            <a:ext cx="8566000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7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73D8-8179-BEEB-D499-A49BF3ED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639" y="6223818"/>
            <a:ext cx="4492472" cy="496529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56C5C-6255-5FF0-6024-C521DB7F4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0438"/>
            <a:ext cx="9905999" cy="55257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paste the script blog box on the post comment box.</a:t>
            </a:r>
          </a:p>
          <a:p>
            <a:r>
              <a:rPr lang="en-IN" b="1" dirty="0"/>
              <a:t>Step8: Finally you found the flag and the room is completed.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87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D24C-5D26-E06B-185A-5E43033B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446" y="6285862"/>
            <a:ext cx="4276161" cy="39024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B28387-C474-F590-F074-D2F2B17A5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179" y="181897"/>
            <a:ext cx="6158519" cy="42566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08CE4-2239-B00A-9ABB-5E3BEE68C9E2}"/>
              </a:ext>
            </a:extLst>
          </p:cNvPr>
          <p:cNvSpPr txBox="1"/>
          <p:nvPr/>
        </p:nvSpPr>
        <p:spPr>
          <a:xfrm>
            <a:off x="3048000" y="5024284"/>
            <a:ext cx="71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type of page will show. Then click the view post.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587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467F-FBDD-ECDB-BD3D-56CB44C5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923" y="6113312"/>
            <a:ext cx="4168877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2F2576-9D71-6190-7F42-9363539DC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375" y="520547"/>
            <a:ext cx="6160321" cy="5113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4BB330-B6EB-4420-5C4F-F074A8F9910B}"/>
              </a:ext>
            </a:extLst>
          </p:cNvPr>
          <p:cNvSpPr txBox="1"/>
          <p:nvPr/>
        </p:nvSpPr>
        <p:spPr>
          <a:xfrm>
            <a:off x="1001813" y="2105561"/>
            <a:ext cx="34412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Here the script will run on comment box and add name, email and website will put on the post comment boxes.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8542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C5EC-1670-63C7-D9A0-03C8BDB3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632" y="6022471"/>
            <a:ext cx="6419593" cy="531856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r>
              <a:rPr lang="en-US" b="1" dirty="0">
                <a:latin typeface="Brush Script MT" panose="03060802040406070304" pitchFamily="66" charset="0"/>
              </a:rPr>
              <a:t> 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3FFA5-35A5-EA9E-0B9C-52DA163C5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94" y="274006"/>
            <a:ext cx="8071412" cy="3314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966A0-7994-F38B-3640-31ADB234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806" y="3800488"/>
            <a:ext cx="5277587" cy="2010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351C89-8330-C56C-B699-E6329368B2D3}"/>
              </a:ext>
            </a:extLst>
          </p:cNvPr>
          <p:cNvSpPr txBox="1"/>
          <p:nvPr/>
        </p:nvSpPr>
        <p:spPr>
          <a:xfrm>
            <a:off x="8746228" y="1789471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(Click back to blog)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60988-1D72-76AF-0871-C649B1D5AA97}"/>
              </a:ext>
            </a:extLst>
          </p:cNvPr>
          <p:cNvSpPr txBox="1"/>
          <p:nvPr/>
        </p:nvSpPr>
        <p:spPr>
          <a:xfrm>
            <a:off x="1435510" y="4257368"/>
            <a:ext cx="32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(Found the Flag.)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628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651D-712A-1D46-76F9-5362FFCA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LAB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sink using source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05D48-F6D1-2317-608E-1B9039A94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862" y="2114294"/>
            <a:ext cx="6719100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6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FEE1EE9-A292-35C4-BF79-0CCF1BA4D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471488"/>
            <a:ext cx="9906000" cy="53197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and click the view post.</a:t>
            </a:r>
          </a:p>
          <a:p>
            <a:r>
              <a:rPr lang="en-IN" b="1" dirty="0"/>
              <a:t>Step8: inspect the photo for showing the html script &amp; paste the script blog box.</a:t>
            </a:r>
          </a:p>
          <a:p>
            <a:r>
              <a:rPr lang="en-IN" b="1" dirty="0"/>
              <a:t>Step9: Finally you found the flag and the room is completed.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84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EA17-D9DF-BE97-4E2B-BB010C40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20" y="6086168"/>
            <a:ext cx="4433477" cy="535858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DF3355-4F0F-1900-6184-B8371560E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11" y="0"/>
            <a:ext cx="5335821" cy="480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D162C-4247-8782-A294-004747FD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329399" cy="4696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AA4FF-FD36-E4ED-D862-85EF0EDD228C}"/>
              </a:ext>
            </a:extLst>
          </p:cNvPr>
          <p:cNvSpPr txBox="1"/>
          <p:nvPr/>
        </p:nvSpPr>
        <p:spPr>
          <a:xfrm>
            <a:off x="1193030" y="5014452"/>
            <a:ext cx="3529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(Click the view post)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F8BF-4918-9823-2DC3-D8AD3EF200A1}"/>
              </a:ext>
            </a:extLst>
          </p:cNvPr>
          <p:cNvSpPr txBox="1"/>
          <p:nvPr/>
        </p:nvSpPr>
        <p:spPr>
          <a:xfrm>
            <a:off x="6400801" y="4922119"/>
            <a:ext cx="4070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(Click right click for Inspecting to find the source code.)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67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534D6-53AC-CF24-4791-552582EC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162" y="6045925"/>
            <a:ext cx="4521968" cy="679340"/>
          </a:xfrm>
        </p:spPr>
        <p:txBody>
          <a:bodyPr/>
          <a:lstStyle/>
          <a:p>
            <a:r>
              <a:rPr lang="en-US" dirty="0"/>
              <a:t>Created by </a:t>
            </a:r>
            <a:r>
              <a:rPr lang="en-US" dirty="0" err="1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7CB06-1EEF-B869-6A19-6A12F12AE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880" y="469850"/>
            <a:ext cx="6085385" cy="35417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43D7D-413B-1647-0C81-443DE78C8A51}"/>
              </a:ext>
            </a:extLst>
          </p:cNvPr>
          <p:cNvSpPr txBox="1"/>
          <p:nvPr/>
        </p:nvSpPr>
        <p:spPr>
          <a:xfrm>
            <a:off x="5093110" y="4334209"/>
            <a:ext cx="5181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find the source code and see the </a:t>
            </a:r>
          </a:p>
          <a:p>
            <a:r>
              <a:rPr lang="en-US" sz="2000" b="1" dirty="0"/>
              <a:t>&lt;</a:t>
            </a:r>
            <a:r>
              <a:rPr lang="en-US" sz="2000" b="1" dirty="0" err="1"/>
              <a:t>img</a:t>
            </a:r>
            <a:r>
              <a:rPr lang="en-US" sz="2000" b="1" dirty="0"/>
              <a:t> </a:t>
            </a:r>
            <a:r>
              <a:rPr lang="en-US" sz="2000" b="1" dirty="0" err="1"/>
              <a:t>src</a:t>
            </a:r>
            <a:r>
              <a:rPr lang="en-US" sz="2000" b="1" dirty="0"/>
              <a:t>=“/image/blog/posts/50.jpg”&gt;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1608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DF71-E655-8DC3-522D-9D7584AA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867" y="6311396"/>
            <a:ext cx="4118845" cy="448282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398F1-9046-B9FA-3CC2-9B1DBEDD7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012" y="213389"/>
            <a:ext cx="5746247" cy="3541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19567-108A-48A6-B222-A67812873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542" y="4064735"/>
            <a:ext cx="5249008" cy="19338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CBD913-CA19-483A-D85A-793F08C5994C}"/>
              </a:ext>
            </a:extLst>
          </p:cNvPr>
          <p:cNvSpPr txBox="1"/>
          <p:nvPr/>
        </p:nvSpPr>
        <p:spPr>
          <a:xfrm>
            <a:off x="6282298" y="1630302"/>
            <a:ext cx="4601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(We write the script “&gt;&lt;</a:t>
            </a:r>
            <a:r>
              <a:rPr lang="en-US" sz="2000" b="1" dirty="0" err="1"/>
              <a:t>svg</a:t>
            </a:r>
            <a:r>
              <a:rPr lang="en-US" sz="2000" b="1" dirty="0"/>
              <a:t> onload=alert(1)&gt; on the dialog box.)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B20AF-D43A-59CA-70F6-0EB4CA5EEBE8}"/>
              </a:ext>
            </a:extLst>
          </p:cNvPr>
          <p:cNvSpPr txBox="1"/>
          <p:nvPr/>
        </p:nvSpPr>
        <p:spPr>
          <a:xfrm>
            <a:off x="1455175" y="4888467"/>
            <a:ext cx="3755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(Finally we found the flag.)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7073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75C8-74BE-4AB0-747B-C3962F59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47251"/>
            <a:ext cx="9905998" cy="13371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Lab 4: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sink using source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17A69-585E-A309-4216-4BCF83260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928" y="1712968"/>
            <a:ext cx="8618967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4090-51B4-FE4F-7CA2-338522A4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21110"/>
            <a:ext cx="9905999" cy="56043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Steps………………….</a:t>
            </a:r>
          </a:p>
          <a:p>
            <a:r>
              <a:rPr lang="en-US" dirty="0"/>
              <a:t>Step1: </a:t>
            </a:r>
            <a:r>
              <a:rPr lang="en-IN" b="1" dirty="0"/>
              <a:t>Open the </a:t>
            </a:r>
            <a:r>
              <a:rPr lang="en-IN" b="1" dirty="0" err="1"/>
              <a:t>BurpSuite</a:t>
            </a:r>
            <a:r>
              <a:rPr lang="en-IN" b="1" dirty="0"/>
              <a:t> (</a:t>
            </a:r>
            <a:r>
              <a:rPr lang="en-IN" b="1" dirty="0" err="1"/>
              <a:t>Portswigger</a:t>
            </a:r>
            <a:r>
              <a:rPr lang="en-IN" b="1" dirty="0"/>
              <a:t>).</a:t>
            </a:r>
          </a:p>
          <a:p>
            <a:r>
              <a:rPr lang="en-IN" b="1" dirty="0"/>
              <a:t>Step2: Login Your Account.</a:t>
            </a:r>
          </a:p>
          <a:p>
            <a:r>
              <a:rPr lang="en-IN" b="1" dirty="0"/>
              <a:t>Step3: click proxy and go to open browser.</a:t>
            </a:r>
          </a:p>
          <a:p>
            <a:r>
              <a:rPr lang="en-IN" b="1" dirty="0"/>
              <a:t>Step4: search the </a:t>
            </a:r>
            <a:r>
              <a:rPr lang="en-IN" b="1" dirty="0" err="1"/>
              <a:t>url</a:t>
            </a:r>
            <a:r>
              <a:rPr lang="en-IN" b="1" dirty="0"/>
              <a:t> cross-site scripting(XSS) Labs.</a:t>
            </a:r>
          </a:p>
          <a:p>
            <a:r>
              <a:rPr lang="en-IN" b="1" dirty="0"/>
              <a:t>Step5: then go to left-corner you will find the view labs.</a:t>
            </a:r>
          </a:p>
          <a:p>
            <a:r>
              <a:rPr lang="en-IN" b="1" dirty="0"/>
              <a:t>Step6: select any XSS Labs and see the solution and copy the script.</a:t>
            </a:r>
          </a:p>
          <a:p>
            <a:r>
              <a:rPr lang="en-IN" b="1" dirty="0"/>
              <a:t>Step7: click access the lab &amp; paste the script blog box.</a:t>
            </a:r>
          </a:p>
          <a:p>
            <a:r>
              <a:rPr lang="en-IN" b="1" dirty="0"/>
              <a:t>Step9: Finally you found the flag and the room is completed.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15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093-3166-0B63-08B0-A3C97714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496334"/>
            <a:ext cx="5102071" cy="361666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B4E2E-A554-3F0B-6319-F9E346BE5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315" y="92274"/>
            <a:ext cx="6316852" cy="3138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A6F61-C15E-5EDC-9320-1F0E2344A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67672"/>
            <a:ext cx="6813756" cy="2855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32A345-8D40-93D2-308B-F5E688A86B67}"/>
              </a:ext>
            </a:extLst>
          </p:cNvPr>
          <p:cNvSpPr txBox="1"/>
          <p:nvPr/>
        </p:nvSpPr>
        <p:spPr>
          <a:xfrm>
            <a:off x="7344697" y="1430880"/>
            <a:ext cx="32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click access the lab.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C6394-AE03-F787-2D9D-0C3C1BF2D4F4}"/>
              </a:ext>
            </a:extLst>
          </p:cNvPr>
          <p:cNvSpPr txBox="1"/>
          <p:nvPr/>
        </p:nvSpPr>
        <p:spPr>
          <a:xfrm>
            <a:off x="806244" y="4157685"/>
            <a:ext cx="3628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 paste the script </a:t>
            </a:r>
          </a:p>
          <a:p>
            <a:r>
              <a:rPr lang="en-US" sz="2000" b="1" dirty="0"/>
              <a:t>&lt;</a:t>
            </a:r>
            <a:r>
              <a:rPr lang="en-US" sz="2000" b="1" dirty="0" err="1"/>
              <a:t>img</a:t>
            </a:r>
            <a:r>
              <a:rPr lang="en-US" sz="2000" b="1" dirty="0"/>
              <a:t> </a:t>
            </a:r>
            <a:r>
              <a:rPr lang="en-US" sz="2000" b="1" dirty="0" err="1"/>
              <a:t>src</a:t>
            </a:r>
            <a:r>
              <a:rPr lang="en-US" sz="2000" b="1" dirty="0"/>
              <a:t>=1 </a:t>
            </a:r>
            <a:r>
              <a:rPr lang="en-US" sz="2000" b="1" dirty="0" err="1"/>
              <a:t>onerror</a:t>
            </a:r>
            <a:r>
              <a:rPr lang="en-US" sz="2000" b="1" dirty="0"/>
              <a:t>=alert(1)&gt;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2331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725A-355F-FBA6-3886-6C3E7C06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252" y="6252402"/>
            <a:ext cx="5318381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C43E5-956A-5841-41B9-A10C6B61D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826" y="285137"/>
            <a:ext cx="5811300" cy="2123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6A4FA-F36B-805A-410C-4CE1E78E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432" y="2760561"/>
            <a:ext cx="6857769" cy="3012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A7371A-5D3C-6BEB-8050-0A35FC1BFD2B}"/>
              </a:ext>
            </a:extLst>
          </p:cNvPr>
          <p:cNvSpPr txBox="1"/>
          <p:nvPr/>
        </p:nvSpPr>
        <p:spPr>
          <a:xfrm>
            <a:off x="6902244" y="1111045"/>
            <a:ext cx="3834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(We Find the flag</a:t>
            </a:r>
            <a:r>
              <a:rPr lang="en-US" sz="2800" b="1" dirty="0"/>
              <a:t>.)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79F05-E999-10A0-3A4A-278E524C47D9}"/>
              </a:ext>
            </a:extLst>
          </p:cNvPr>
          <p:cNvSpPr txBox="1"/>
          <p:nvPr/>
        </p:nvSpPr>
        <p:spPr>
          <a:xfrm>
            <a:off x="1347019" y="3854245"/>
            <a:ext cx="334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(The Lab is solved.)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2081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19AC-D0BA-1508-5994-CBED05BF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Lab 5: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XSS in jQuery anchor 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attribute sink using 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location.search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source</a:t>
            </a:r>
            <a:br>
              <a:rPr lang="en-US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CC035-7D30-7DEC-C8C3-12567A0E0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947" y="2249488"/>
            <a:ext cx="7498931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9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025A-7D0E-17DF-F047-FEAC76AFF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24464"/>
            <a:ext cx="9905999" cy="61549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Steps………………….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Open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Portswigger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Login Your Account.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click proxy and go to open browser.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 search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cross-site scripting(XSS) Labs.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 then go to left-corner you will find the view labs.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Step6: select any XSS Labs and see the solution and copy the script.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step7: access the lab and click submit feedback button.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step8: go to the submit feedback and scroll down the back button to right click.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step9: right-click and go to inspect for source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step10: change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script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javascript:alert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document.cookie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step11: Also change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to change with the same script and the lab will be solved and go to the back button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found.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31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FB6C-5B77-4E60-41DF-AE70FD9A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32" y="6104918"/>
            <a:ext cx="5603516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 err="1"/>
              <a:t>pritam</a:t>
            </a: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8B12CB2-1F72-7D47-5412-110457507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848" y="304801"/>
            <a:ext cx="8664691" cy="38749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6402FB-0917-2AA2-B9E6-F42F7D7E996A}"/>
              </a:ext>
            </a:extLst>
          </p:cNvPr>
          <p:cNvSpPr txBox="1"/>
          <p:nvPr/>
        </p:nvSpPr>
        <p:spPr>
          <a:xfrm>
            <a:off x="2291787" y="4701820"/>
            <a:ext cx="5102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(Click access the LAB.)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9819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E69B-3F01-FE04-3FA9-75893267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0665" y="6346474"/>
            <a:ext cx="5023413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8E86D-BD79-7D15-0BEF-2AF911AE5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534" y="457513"/>
            <a:ext cx="6241711" cy="2575783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95724B9-1D8C-CC17-95CF-9786E3D1E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91" y="3583284"/>
            <a:ext cx="7648626" cy="2437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68A6AA-74F2-2711-6C1B-4F41852C0E09}"/>
              </a:ext>
            </a:extLst>
          </p:cNvPr>
          <p:cNvSpPr txBox="1"/>
          <p:nvPr/>
        </p:nvSpPr>
        <p:spPr>
          <a:xfrm>
            <a:off x="7236542" y="1268362"/>
            <a:ext cx="3755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(Click submit feedback button.)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678F4-89CB-464D-C4C0-FD9604E2A398}"/>
              </a:ext>
            </a:extLst>
          </p:cNvPr>
          <p:cNvSpPr txBox="1"/>
          <p:nvPr/>
        </p:nvSpPr>
        <p:spPr>
          <a:xfrm>
            <a:off x="757084" y="4119716"/>
            <a:ext cx="3510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(Scroll down for seeing back button and right click.)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2994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1907-3376-FFE6-380B-A8BA6F3C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1672" y="6124582"/>
            <a:ext cx="5790328" cy="37454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75D365-3463-0F9D-5514-F0A7B2269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547" y="181984"/>
            <a:ext cx="3833192" cy="35588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ACA3D6-3578-7AAB-15C2-6E47FD1080BE}"/>
              </a:ext>
            </a:extLst>
          </p:cNvPr>
          <p:cNvSpPr txBox="1"/>
          <p:nvPr/>
        </p:nvSpPr>
        <p:spPr>
          <a:xfrm>
            <a:off x="4198373" y="3908322"/>
            <a:ext cx="498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 to inspect for changing the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42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80BA-1CA5-9B58-1140-D40BDA9C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995" y="6291730"/>
            <a:ext cx="4291779" cy="33521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dirty="0" err="1">
                <a:latin typeface="Brush Script MT" panose="03060802040406070304" pitchFamily="66" charset="0"/>
              </a:rPr>
              <a:t>pritam</a:t>
            </a:r>
            <a:endParaRPr lang="en-IN" dirty="0">
              <a:latin typeface="Brush Script MT" panose="03060802040406070304" pitchFamily="66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C3FB88-FA45-6666-0CE3-437AF27F8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162" y="426598"/>
            <a:ext cx="9906000" cy="2684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F9504A-E835-E912-9BF8-7276519C853C}"/>
              </a:ext>
            </a:extLst>
          </p:cNvPr>
          <p:cNvSpPr txBox="1"/>
          <p:nvPr/>
        </p:nvSpPr>
        <p:spPr>
          <a:xfrm>
            <a:off x="1942743" y="3731826"/>
            <a:ext cx="6808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href</a:t>
            </a:r>
            <a:r>
              <a:rPr lang="en-US" b="1" dirty="0"/>
              <a:t> = “</a:t>
            </a:r>
            <a:r>
              <a:rPr lang="en-US" b="1" dirty="0" err="1"/>
              <a:t>javascript:alert</a:t>
            </a:r>
            <a:r>
              <a:rPr lang="en-US" b="1" dirty="0"/>
              <a:t>(</a:t>
            </a:r>
            <a:r>
              <a:rPr lang="en-US" b="1" dirty="0" err="1"/>
              <a:t>document.cookie</a:t>
            </a:r>
            <a:r>
              <a:rPr lang="en-US" b="1" dirty="0"/>
              <a:t>)” will replace in / parameter.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7616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4927A-D02D-C2C3-D123-40F509EDD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48" y="353684"/>
            <a:ext cx="8817104" cy="2004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C94E9-4755-A264-3FB4-9226B7C59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4" y="3521486"/>
            <a:ext cx="10771514" cy="1348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F5E7F-09A2-6872-8677-EA1D8AFCDE2D}"/>
              </a:ext>
            </a:extLst>
          </p:cNvPr>
          <p:cNvSpPr txBox="1"/>
          <p:nvPr/>
        </p:nvSpPr>
        <p:spPr>
          <a:xfrm>
            <a:off x="7030066" y="6076857"/>
            <a:ext cx="3972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CREATED BY </a:t>
            </a:r>
            <a:r>
              <a:rPr lang="en-US" sz="3200" b="1" dirty="0">
                <a:latin typeface="Brush Script MT" panose="03060802040406070304" pitchFamily="66" charset="0"/>
              </a:rPr>
              <a:t>PRITAM</a:t>
            </a:r>
            <a:endParaRPr lang="en-IN" sz="3200" b="1" dirty="0">
              <a:latin typeface="Brush Script MT" panose="030608020404060703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7433E-ED69-9842-5ED2-956F6560D189}"/>
              </a:ext>
            </a:extLst>
          </p:cNvPr>
          <p:cNvSpPr txBox="1"/>
          <p:nvPr/>
        </p:nvSpPr>
        <p:spPr>
          <a:xfrm>
            <a:off x="2930014" y="2787604"/>
            <a:ext cx="7423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Change the </a:t>
            </a:r>
            <a:r>
              <a:rPr lang="en-US" sz="2000" b="1" dirty="0" err="1"/>
              <a:t>returnpath</a:t>
            </a:r>
            <a:r>
              <a:rPr lang="en-US" sz="2000" b="1" dirty="0"/>
              <a:t>=/ to </a:t>
            </a:r>
            <a:r>
              <a:rPr lang="en-IN" sz="2000" b="1" dirty="0" err="1"/>
              <a:t>javascript:alert</a:t>
            </a:r>
            <a:r>
              <a:rPr lang="en-IN" sz="2000" b="1" dirty="0"/>
              <a:t>(</a:t>
            </a:r>
            <a:r>
              <a:rPr lang="en-IN" sz="2000" b="1" dirty="0" err="1"/>
              <a:t>document.cookie</a:t>
            </a:r>
            <a:r>
              <a:rPr lang="en-IN" sz="2000" b="1" dirty="0"/>
              <a:t>)</a:t>
            </a:r>
            <a:r>
              <a:rPr lang="en-US" sz="2000" b="1" dirty="0"/>
              <a:t> 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678C5-0656-667A-71F0-9875F99BF5D2}"/>
              </a:ext>
            </a:extLst>
          </p:cNvPr>
          <p:cNvSpPr txBox="1"/>
          <p:nvPr/>
        </p:nvSpPr>
        <p:spPr>
          <a:xfrm>
            <a:off x="3323303" y="5157525"/>
            <a:ext cx="4650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click it.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676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EC24-09C8-627D-8DAB-740FD0F4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426" y="6159910"/>
            <a:ext cx="5741167" cy="44828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Created by </a:t>
            </a:r>
            <a:r>
              <a:rPr lang="en-US" b="1" dirty="0" err="1">
                <a:latin typeface="Brush Script MT" panose="03060802040406070304" pitchFamily="66" charset="0"/>
              </a:rPr>
              <a:t>pritam</a:t>
            </a:r>
            <a:endParaRPr lang="en-IN" b="1" dirty="0">
              <a:latin typeface="Brush Script MT" panose="030608020404060703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D6B94-7CF2-412C-E4F3-A4D090817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904" y="501588"/>
            <a:ext cx="9906000" cy="2005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F39262-A1FE-CB26-040B-E8BA7ADDA3FE}"/>
              </a:ext>
            </a:extLst>
          </p:cNvPr>
          <p:cNvSpPr txBox="1"/>
          <p:nvPr/>
        </p:nvSpPr>
        <p:spPr>
          <a:xfrm>
            <a:off x="2674374" y="3244401"/>
            <a:ext cx="5270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(The Lab is Solved.)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6459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5AEF-5567-6926-41AA-6ED85AAF2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21110"/>
            <a:ext cx="9905999" cy="5270091"/>
          </a:xfrm>
        </p:spPr>
        <p:txBody>
          <a:bodyPr>
            <a:normAutofit/>
          </a:bodyPr>
          <a:lstStyle/>
          <a:p>
            <a:pPr algn="ctr"/>
            <a:endParaRPr lang="en-US" sz="7200" dirty="0"/>
          </a:p>
          <a:p>
            <a:pPr marL="0" indent="0" algn="ctr">
              <a:buNone/>
            </a:pPr>
            <a:r>
              <a:rPr lang="en-US" sz="7200" dirty="0"/>
              <a:t>THANKYOU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0688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268</TotalTime>
  <Words>1027</Words>
  <Application>Microsoft Office PowerPoint</Application>
  <PresentationFormat>Widescreen</PresentationFormat>
  <Paragraphs>107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Bahnschrift Light SemiCondensed</vt:lpstr>
      <vt:lpstr>Brush Script MT</vt:lpstr>
      <vt:lpstr>Times New Roman</vt:lpstr>
      <vt:lpstr>Tw Cen MT</vt:lpstr>
      <vt:lpstr>Circuit</vt:lpstr>
      <vt:lpstr>   ETHICAL HACKING INTERNSHIP  -- Project Problem Statement </vt:lpstr>
      <vt:lpstr>Task 1</vt:lpstr>
      <vt:lpstr>Lab 1: Reflected XSS into HTML context with nothing encoded </vt:lpstr>
      <vt:lpstr>Created by Pritam</vt:lpstr>
      <vt:lpstr>created by Pritam</vt:lpstr>
      <vt:lpstr>Created by pritam</vt:lpstr>
      <vt:lpstr>LAB 2: Stored XSS into HTML context with nothing encoded </vt:lpstr>
      <vt:lpstr>Created by Pritam</vt:lpstr>
      <vt:lpstr>Created By Pritam</vt:lpstr>
      <vt:lpstr>Created By Pritam</vt:lpstr>
      <vt:lpstr>Created by pritam </vt:lpstr>
      <vt:lpstr>LAB 3: DOM XSS in document.write sink using source location.search </vt:lpstr>
      <vt:lpstr>PowerPoint Presentation</vt:lpstr>
      <vt:lpstr>Created by pritam</vt:lpstr>
      <vt:lpstr>Created by pritam</vt:lpstr>
      <vt:lpstr>Created by pritam</vt:lpstr>
      <vt:lpstr>Lab 4: DOM XSS in innerHTML sink using source location.search  </vt:lpstr>
      <vt:lpstr>PowerPoint Presentation</vt:lpstr>
      <vt:lpstr>Created by pritam</vt:lpstr>
      <vt:lpstr>Created by pritam</vt:lpstr>
      <vt:lpstr>Lab 5: DOM XSS in jQuery anchor href attribute sink using location.search source </vt:lpstr>
      <vt:lpstr>PowerPoint Presentation</vt:lpstr>
      <vt:lpstr>Created by pritam</vt:lpstr>
      <vt:lpstr>Created by pritam</vt:lpstr>
      <vt:lpstr>Created by pritam</vt:lpstr>
      <vt:lpstr>Created by pritam</vt:lpstr>
      <vt:lpstr>PowerPoint Presentation</vt:lpstr>
      <vt:lpstr>Created by pritam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Bera</dc:creator>
  <cp:lastModifiedBy>Pritam Bera</cp:lastModifiedBy>
  <cp:revision>6</cp:revision>
  <dcterms:created xsi:type="dcterms:W3CDTF">2026-03-14T14:40:18Z</dcterms:created>
  <dcterms:modified xsi:type="dcterms:W3CDTF">2026-03-16T17:29:56Z</dcterms:modified>
</cp:coreProperties>
</file>